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Pharmacology of NSAIDs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Mechanism: COX inhibition</a:t>
            </a:r>
          </a:p>
          <a:p>
            <a:r>
              <a:t>Side effects: GI bleeding, renal toxicity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الأسبرين (Aspirin)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يثبط COX-1 و COX-2 بشكل غير عكوس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14400" y="4572000"/>
            <a:ext cx="2743200" cy="457200"/>
            <a:chOff x="914400" y="4572000"/>
            <a:chExt cx="2743200" cy="457200"/>
          </a:xfrm>
        </p:grpSpPr>
        <p:sp>
          <p:nvSpPr>
            <p:cNvPr id="5" name="TextBox 4"/>
            <p:cNvSpPr txBox="1"/>
            <p:nvPr/>
          </p:nvSpPr>
          <p:spPr>
            <a:xfrm>
              <a:off x="914400" y="45720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نص داخل مجموعة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