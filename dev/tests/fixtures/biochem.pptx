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اسألي الطلاب عن مثال دوائي.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المحاضرة الثالثة: الإنزيمات (Enzymes)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الكيمياء الحيوية الطبية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تعريف الإنزيمات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الإنزيمات (Enzymes) هي محفزات حيوية بروتينية</a:t>
            </a:r>
          </a:p>
          <a:p>
            <a:r>
              <a:t>تسرّع التفاعلات الكيميائية</a:t>
            </a:r>
          </a:p>
          <a:p>
            <a:r>
              <a:t>و تخفض طاقة التنشيط (Activation energy)</a:t>
            </a:r>
          </a:p>
          <a:p>
            <a:r>
              <a:t>لا تتغير في نهاية التفاعل.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الكيمياء الحيوية الطبية — د. ريم الأحمد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تصنيف الإنزيمات (تابع)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الصنف الأول: المؤكسدات والمرجعات (Oxidoreductases)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الكيمياء الحيوية الطبية — د. ريم الأحمد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تصنيف الإنزيمات (تابع)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الصنف الثاني: الناقلات (Transferases)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الكيمياء الحيوية الطبية — د. ريم الأحمد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حركية الإنزيمات (Kinetics)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609600">
                <a:tc>
                  <a:txBody>
                    <a:bodyPr/>
                    <a:lstStyle/>
                    <a:p>
                      <a:r>
                        <a:t>الثابت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المعنى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Km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تركيز الركيزة عند نصف السرعة العظمى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Vmax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السرعة العظمى للتفاعل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الكيمياء الحيوية الطبية — د. ريم الأحمد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المثبطات (Inhibitors)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التثبيط التنافسي (Competitive inhibition): يزيد Km</a:t>
            </a:r>
          </a:p>
          <a:p>
            <a:r>
              <a:t>التثبيط اللاتنافسي (Non-competitive inhibition): ينقص Vmax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الكيمياء الحيوية الطبية — د. ريم الأحمد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شكراً لحسن الإصغاء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