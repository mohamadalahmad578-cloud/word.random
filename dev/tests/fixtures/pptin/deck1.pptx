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ملاحظة للمحاضر: ركّز على العلامات الخمس.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المحاضرة الخامسة: الالتهاب الحاد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علم الأمراض العام — د. سامر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تعريف الالتهاب (Inflammation)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استجابة وعائية وخلوية للأذية النسيجية</a:t>
            </a:r>
          </a:p>
          <a:p>
            <a:pPr lvl="1"/>
            <a:r>
              <a:t>توسع الأوعية (Vasodilation) خلال 24-48 ساعة</a:t>
            </a:r>
          </a:p>
          <a:p>
            <a:pPr lvl="1"/>
            <a:r>
              <a:t>زيادة النفوذية الوعائية</a:t>
            </a:r>
          </a:p>
          <a:p>
            <a:pPr/>
            <a:r>
              <a:t>[هام جداً] العدلات (Neutrophils) هي أول الخلايا</a:t>
            </a:r>
          </a:p>
          <a:p>
            <a:pPr lvl="2"/>
            <a:r>
              <a:t>الجرعة 1.5 mg/kg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مقارنة الالتهاب الحاد والمزمن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الميزة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الحاد (Acute)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المزمن (Chronic)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المدة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دقائق إلى أيام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أسابيع إلى سنوات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الخلايا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العدلات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اللمفاويات والبالعات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الأعراض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احمرار، حرارة، ألم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تليف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مربع نص بلا عنوان على اليمين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Left English box: Cyclooxygenase (COX-2)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سطر في الأسفل يأتي بعد المربعين</a:t>
            </a:r>
          </a:p>
        </p:txBody>
      </p:sp>
      <p:pic>
        <p:nvPicPr>
          <p:cNvPr id="5" name="Picture 4" descr="p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65760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مراحل الالتهاب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التوسع الوعائي</a:t>
            </a:r>
          </a:p>
          <a:p>
            <a:pPr>
              <a:buAutoNum type="arabicPeriod"/>
            </a:pPr>
            <a:r>
              <a:t>الارتشاح</a:t>
            </a:r>
          </a:p>
          <a:p>
            <a:pPr>
              <a:buAutoNum type="arabicPeriod"/>
            </a:pPr>
            <a:r>
              <a:t>الهجرة الخلوية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شريحة مخفية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لا تظهر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